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E880C3-4A86-4BCE-A88E-4718895A8461}" v="8" dt="2025-08-27T07:45:57.37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3175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2" d="100"/>
          <a:sy n="52" d="100"/>
        </p:scale>
        <p:origin x="136" y="14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 Walsh" userId="f619e97340dcf560" providerId="LiveId" clId="{98E880C3-4A86-4BCE-A88E-4718895A8461}"/>
    <pc:docChg chg="custSel modSld">
      <pc:chgData name="Frank Walsh" userId="f619e97340dcf560" providerId="LiveId" clId="{98E880C3-4A86-4BCE-A88E-4718895A8461}" dt="2025-08-27T07:48:03.960" v="33" actId="1076"/>
      <pc:docMkLst>
        <pc:docMk/>
      </pc:docMkLst>
      <pc:sldChg chg="addSp delSp modSp mod">
        <pc:chgData name="Frank Walsh" userId="f619e97340dcf560" providerId="LiveId" clId="{98E880C3-4A86-4BCE-A88E-4718895A8461}" dt="2025-08-27T07:47:27.081" v="25" actId="1076"/>
        <pc:sldMkLst>
          <pc:docMk/>
          <pc:sldMk cId="0" sldId="256"/>
        </pc:sldMkLst>
        <pc:spChg chg="mod">
          <ac:chgData name="Frank Walsh" userId="f619e97340dcf560" providerId="LiveId" clId="{98E880C3-4A86-4BCE-A88E-4718895A8461}" dt="2025-08-27T07:45:07.965" v="1" actId="20577"/>
          <ac:spMkLst>
            <pc:docMk/>
            <pc:sldMk cId="0" sldId="256"/>
            <ac:spMk id="160" creationId="{00000000-0000-0000-0000-000000000000}"/>
          </ac:spMkLst>
        </pc:spChg>
        <pc:picChg chg="add del mod">
          <ac:chgData name="Frank Walsh" userId="f619e97340dcf560" providerId="LiveId" clId="{98E880C3-4A86-4BCE-A88E-4718895A8461}" dt="2025-08-27T07:46:33.438" v="14" actId="478"/>
          <ac:picMkLst>
            <pc:docMk/>
            <pc:sldMk cId="0" sldId="256"/>
            <ac:picMk id="3" creationId="{EF0746BB-1EDE-2668-72C5-5A5697C1AB27}"/>
          </ac:picMkLst>
        </pc:picChg>
        <pc:picChg chg="add mod">
          <ac:chgData name="Frank Walsh" userId="f619e97340dcf560" providerId="LiveId" clId="{98E880C3-4A86-4BCE-A88E-4718895A8461}" dt="2025-08-27T07:47:27.081" v="25" actId="1076"/>
          <ac:picMkLst>
            <pc:docMk/>
            <pc:sldMk cId="0" sldId="256"/>
            <ac:picMk id="5" creationId="{6D28CCC1-3BE7-ECFA-901A-AC62A82D0588}"/>
          </ac:picMkLst>
        </pc:picChg>
        <pc:picChg chg="del">
          <ac:chgData name="Frank Walsh" userId="f619e97340dcf560" providerId="LiveId" clId="{98E880C3-4A86-4BCE-A88E-4718895A8461}" dt="2025-08-27T07:45:34.261" v="2" actId="478"/>
          <ac:picMkLst>
            <pc:docMk/>
            <pc:sldMk cId="0" sldId="256"/>
            <ac:picMk id="161" creationId="{00000000-0000-0000-0000-000000000000}"/>
          </ac:picMkLst>
        </pc:picChg>
        <pc:picChg chg="del">
          <ac:chgData name="Frank Walsh" userId="f619e97340dcf560" providerId="LiveId" clId="{98E880C3-4A86-4BCE-A88E-4718895A8461}" dt="2025-08-27T07:47:02.434" v="19" actId="478"/>
          <ac:picMkLst>
            <pc:docMk/>
            <pc:sldMk cId="0" sldId="256"/>
            <ac:picMk id="164" creationId="{00000000-0000-0000-0000-000000000000}"/>
          </ac:picMkLst>
        </pc:picChg>
        <pc:picChg chg="add mod">
          <ac:chgData name="Frank Walsh" userId="f619e97340dcf560" providerId="LiveId" clId="{98E880C3-4A86-4BCE-A88E-4718895A8461}" dt="2025-08-27T07:45:57.374" v="10" actId="1076"/>
          <ac:picMkLst>
            <pc:docMk/>
            <pc:sldMk cId="0" sldId="256"/>
            <ac:picMk id="1026" creationId="{6F84DC3A-3F5C-5E00-C867-5483A67B3B62}"/>
          </ac:picMkLst>
        </pc:picChg>
      </pc:sldChg>
      <pc:sldChg chg="addSp delSp modSp mod">
        <pc:chgData name="Frank Walsh" userId="f619e97340dcf560" providerId="LiveId" clId="{98E880C3-4A86-4BCE-A88E-4718895A8461}" dt="2025-08-27T07:48:03.960" v="33" actId="1076"/>
        <pc:sldMkLst>
          <pc:docMk/>
          <pc:sldMk cId="0" sldId="257"/>
        </pc:sldMkLst>
        <pc:picChg chg="add mod">
          <ac:chgData name="Frank Walsh" userId="f619e97340dcf560" providerId="LiveId" clId="{98E880C3-4A86-4BCE-A88E-4718895A8461}" dt="2025-08-27T07:48:03.960" v="33" actId="1076"/>
          <ac:picMkLst>
            <pc:docMk/>
            <pc:sldMk cId="0" sldId="257"/>
            <ac:picMk id="3" creationId="{80475B3C-800A-3825-CB14-729C582D2497}"/>
          </ac:picMkLst>
        </pc:picChg>
        <pc:picChg chg="del">
          <ac:chgData name="Frank Walsh" userId="f619e97340dcf560" providerId="LiveId" clId="{98E880C3-4A86-4BCE-A88E-4718895A8461}" dt="2025-08-27T07:47:50.843" v="26" actId="478"/>
          <ac:picMkLst>
            <pc:docMk/>
            <pc:sldMk cId="0" sldId="257"/>
            <ac:picMk id="16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8" name="Shape 15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4486" y="8440620"/>
            <a:ext cx="6951764" cy="201545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136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8716118" y="5502829"/>
            <a:ext cx="6951764" cy="1470720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defTabSz="2438339">
              <a:lnSpc>
                <a:spcPct val="80000"/>
              </a:lnSpc>
              <a:defRPr sz="11400" b="1" spc="-228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4487" y="6973548"/>
            <a:ext cx="6951763" cy="602755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0" indent="0" defTabSz="825500">
              <a:spcBef>
                <a:spcPts val="0"/>
              </a:spcBef>
              <a:buSzTx/>
              <a:buNone/>
              <a:defRPr sz="5400" b="1"/>
            </a:lvl1pPr>
            <a:lvl2pPr marL="0" indent="457200" defTabSz="825500">
              <a:spcBef>
                <a:spcPts val="0"/>
              </a:spcBef>
              <a:buSzTx/>
              <a:buNone/>
              <a:defRPr sz="5400" b="1"/>
            </a:lvl2pPr>
            <a:lvl3pPr marL="0" indent="914400" defTabSz="825500">
              <a:spcBef>
                <a:spcPts val="0"/>
              </a:spcBef>
              <a:buSzTx/>
              <a:buNone/>
              <a:defRPr sz="5400" b="1"/>
            </a:lvl3pPr>
            <a:lvl4pPr marL="0" indent="1371600" defTabSz="825500">
              <a:spcBef>
                <a:spcPts val="0"/>
              </a:spcBef>
              <a:buSzTx/>
              <a:buNone/>
              <a:defRPr sz="5400" b="1"/>
            </a:lvl4pPr>
            <a:lvl5pPr marL="0" indent="1828800" defTabSz="825500">
              <a:spcBef>
                <a:spcPts val="0"/>
              </a:spcBef>
              <a:buSzTx/>
              <a:buNone/>
              <a:defRPr sz="54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01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>
            <a:spLocks noGrp="1"/>
          </p:cNvSpPr>
          <p:nvPr>
            <p:ph type="pic" sz="quarter" idx="21"/>
          </p:nvPr>
        </p:nvSpPr>
        <p:spPr>
          <a:xfrm>
            <a:off x="7968704" y="4278213"/>
            <a:ext cx="8462666" cy="506849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6942385"/>
            <a:ext cx="6951762" cy="1470721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defTabSz="2438339">
              <a:lnSpc>
                <a:spcPct val="80000"/>
              </a:lnSpc>
              <a:defRPr sz="11400" b="1" spc="-228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8716495" y="5038075"/>
            <a:ext cx="6951010" cy="201544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136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8361533"/>
            <a:ext cx="6951762" cy="353411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0" indent="0" defTabSz="825500">
              <a:spcBef>
                <a:spcPts val="0"/>
              </a:spcBef>
              <a:buSzTx/>
              <a:buNone/>
              <a:defRPr sz="5400" b="1"/>
            </a:lvl1pPr>
            <a:lvl2pPr marL="0" indent="457200" defTabSz="825500">
              <a:spcBef>
                <a:spcPts val="0"/>
              </a:spcBef>
              <a:buSzTx/>
              <a:buNone/>
              <a:defRPr sz="5400" b="1"/>
            </a:lvl2pPr>
            <a:lvl3pPr marL="0" indent="914400" defTabSz="825500">
              <a:spcBef>
                <a:spcPts val="0"/>
              </a:spcBef>
              <a:buSzTx/>
              <a:buNone/>
              <a:defRPr sz="5400" b="1"/>
            </a:lvl3pPr>
            <a:lvl4pPr marL="0" indent="1371600" defTabSz="825500">
              <a:spcBef>
                <a:spcPts val="0"/>
              </a:spcBef>
              <a:buSzTx/>
              <a:buNone/>
              <a:defRPr sz="5400" b="1"/>
            </a:lvl4pPr>
            <a:lvl5pPr marL="0" indent="1828800" defTabSz="825500">
              <a:spcBef>
                <a:spcPts val="0"/>
              </a:spcBef>
              <a:buSzTx/>
              <a:buNone/>
              <a:defRPr sz="54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01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>
            <a:spLocks noGrp="1"/>
          </p:cNvSpPr>
          <p:nvPr>
            <p:ph type="pic" sz="quarter" idx="21"/>
          </p:nvPr>
        </p:nvSpPr>
        <p:spPr>
          <a:xfrm>
            <a:off x="11806237" y="4623792"/>
            <a:ext cx="3842704" cy="4472435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89921"/>
            <a:ext cx="3094137" cy="1861189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922096"/>
            <a:ext cx="3094137" cy="1703983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0" indent="0" defTabSz="825500">
              <a:spcBef>
                <a:spcPts val="0"/>
              </a:spcBef>
              <a:buSzTx/>
              <a:buNone/>
              <a:defRPr sz="5400" b="1"/>
            </a:lvl1pPr>
            <a:lvl2pPr marL="0" indent="457200" defTabSz="825500">
              <a:spcBef>
                <a:spcPts val="0"/>
              </a:spcBef>
              <a:buSzTx/>
              <a:buNone/>
              <a:defRPr sz="5400" b="1"/>
            </a:lvl2pPr>
            <a:lvl3pPr marL="0" indent="914400" defTabSz="825500">
              <a:spcBef>
                <a:spcPts val="0"/>
              </a:spcBef>
              <a:buSzTx/>
              <a:buNone/>
              <a:defRPr sz="5400" b="1"/>
            </a:lvl3pPr>
            <a:lvl4pPr marL="0" indent="1371600" defTabSz="825500">
              <a:spcBef>
                <a:spcPts val="0"/>
              </a:spcBef>
              <a:buSzTx/>
              <a:buNone/>
              <a:defRPr sz="5400" b="1"/>
            </a:lvl4pPr>
            <a:lvl5pPr marL="0" indent="1828800" defTabSz="825500">
              <a:spcBef>
                <a:spcPts val="0"/>
              </a:spcBef>
              <a:buSzTx/>
              <a:buNone/>
              <a:defRPr sz="54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01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1804"/>
            <a:ext cx="270807" cy="255058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29646"/>
            <a:ext cx="6951762" cy="453463"/>
          </a:xfrm>
          <a:prstGeom prst="rect">
            <a:avLst/>
          </a:prstGeom>
        </p:spPr>
        <p:txBody>
          <a:bodyPr lIns="16073" tIns="16073" rIns="16073" bIns="16073" anchor="t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5438905"/>
            <a:ext cx="6951762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032339"/>
            <a:ext cx="6951762" cy="2612254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5588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1pPr>
            <a:lvl2pPr marL="11684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2pPr>
            <a:lvl3pPr marL="17780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3pPr>
            <a:lvl4pPr marL="23876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4pPr>
            <a:lvl5pPr marL="29972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032339"/>
            <a:ext cx="6951762" cy="2612254"/>
          </a:xfrm>
          <a:prstGeom prst="rect">
            <a:avLst/>
          </a:prstGeom>
        </p:spPr>
        <p:txBody>
          <a:bodyPr lIns="16073" tIns="16073" rIns="16073" bIns="16073" numCol="2" spcCol="347588">
            <a:normAutofit/>
          </a:bodyPr>
          <a:lstStyle>
            <a:lvl1pPr marL="5588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1pPr>
            <a:lvl2pPr marL="11684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2pPr>
            <a:lvl3pPr marL="17780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3pPr>
            <a:lvl4pPr marL="23876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4pPr>
            <a:lvl5pPr marL="29972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01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5438905"/>
            <a:ext cx="3094137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032339"/>
            <a:ext cx="3094137" cy="2612450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5588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1pPr>
            <a:lvl2pPr marL="11684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2pPr>
            <a:lvl3pPr marL="17780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3pPr>
            <a:lvl4pPr marL="23876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4pPr>
            <a:lvl5pPr marL="2997200" indent="-558800" defTabSz="2438339">
              <a:lnSpc>
                <a:spcPct val="90000"/>
              </a:lnSpc>
              <a:spcBef>
                <a:spcPts val="4500"/>
              </a:spcBef>
              <a:buSzPct val="123000"/>
              <a:defRPr sz="44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660384004_1290x1720.jpg"/>
          <p:cNvSpPr>
            <a:spLocks noGrp="1"/>
          </p:cNvSpPr>
          <p:nvPr>
            <p:ph type="pic" sz="quarter" idx="22"/>
          </p:nvPr>
        </p:nvSpPr>
        <p:spPr>
          <a:xfrm>
            <a:off x="12192000" y="4559224"/>
            <a:ext cx="3454167" cy="4605557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29646"/>
            <a:ext cx="3094137" cy="454076"/>
          </a:xfrm>
          <a:prstGeom prst="rect">
            <a:avLst/>
          </a:prstGeom>
        </p:spPr>
        <p:txBody>
          <a:bodyPr lIns="16073" tIns="16073" rIns="16073" bIns="16073" anchor="t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64" name="01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8716118" y="6122640"/>
            <a:ext cx="6951764" cy="1470720"/>
          </a:xfrm>
          <a:prstGeom prst="rect">
            <a:avLst/>
          </a:prstGeom>
        </p:spPr>
        <p:txBody>
          <a:bodyPr lIns="16073" tIns="16073" rIns="16073" bIns="16073" anchor="ctr">
            <a:normAutofit/>
          </a:bodyPr>
          <a:lstStyle>
            <a:lvl1pPr defTabSz="2438339">
              <a:lnSpc>
                <a:spcPct val="80000"/>
              </a:lnSpc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01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1804"/>
            <a:ext cx="270807" cy="255058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29646"/>
            <a:ext cx="6951762" cy="454028"/>
          </a:xfrm>
          <a:prstGeom prst="rect">
            <a:avLst/>
          </a:prstGeom>
        </p:spPr>
        <p:txBody>
          <a:bodyPr lIns="16073" tIns="16073" rIns="16073" bIns="16073" anchor="t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5438905"/>
            <a:ext cx="6951762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Slide Subtitle</a:t>
            </a:r>
          </a:p>
        </p:txBody>
      </p:sp>
      <p:sp>
        <p:nvSpPr>
          <p:cNvPr id="81" name="01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8716119" y="5029646"/>
            <a:ext cx="6951762" cy="454076"/>
          </a:xfrm>
          <a:prstGeom prst="rect">
            <a:avLst/>
          </a:prstGeom>
        </p:spPr>
        <p:txBody>
          <a:bodyPr lIns="16073" tIns="16073" rIns="16073" bIns="16073" anchor="t">
            <a:normAutofit/>
          </a:bodyPr>
          <a:lstStyle>
            <a:lvl1pPr defTabSz="2438339">
              <a:lnSpc>
                <a:spcPct val="80000"/>
              </a:lnSpc>
              <a:defRPr sz="8200" b="1" spc="-164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5438905"/>
            <a:ext cx="6951762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032339"/>
            <a:ext cx="6951762" cy="2612254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0" indent="0" defTabSz="825500">
              <a:spcBef>
                <a:spcPts val="1800"/>
              </a:spcBef>
              <a:buSzTx/>
              <a:buNone/>
              <a:defRPr sz="5400" spc="-53"/>
            </a:lvl1pPr>
            <a:lvl2pPr marL="0" indent="457200" defTabSz="825500">
              <a:spcBef>
                <a:spcPts val="1800"/>
              </a:spcBef>
              <a:buSzTx/>
              <a:buNone/>
              <a:defRPr sz="5400" spc="-53"/>
            </a:lvl2pPr>
            <a:lvl3pPr marL="0" indent="914400" defTabSz="825500">
              <a:spcBef>
                <a:spcPts val="1800"/>
              </a:spcBef>
              <a:buSzTx/>
              <a:buNone/>
              <a:defRPr sz="5400" spc="-53"/>
            </a:lvl3pPr>
            <a:lvl4pPr marL="0" indent="1371600" defTabSz="825500">
              <a:spcBef>
                <a:spcPts val="1800"/>
              </a:spcBef>
              <a:buSzTx/>
              <a:buNone/>
              <a:defRPr sz="5400" spc="-53"/>
            </a:lvl4pPr>
            <a:lvl5pPr marL="0" indent="1828800" defTabSz="825500">
              <a:spcBef>
                <a:spcPts val="1800"/>
              </a:spcBef>
              <a:buSzTx/>
              <a:buNone/>
              <a:defRPr sz="5400" spc="-53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01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6245071"/>
            <a:ext cx="6951762" cy="1225858"/>
          </a:xfrm>
          <a:prstGeom prst="rect">
            <a:avLst/>
          </a:prstGeom>
        </p:spPr>
        <p:txBody>
          <a:bodyPr lIns="16073" tIns="16073" rIns="16073" bIns="16073" anchor="ctr">
            <a:normAutofit/>
          </a:bodyPr>
          <a:lstStyle>
            <a:lvl1pPr marL="0" indent="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01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6119" y="5028516"/>
            <a:ext cx="6951762" cy="2291283"/>
          </a:xfrm>
          <a:prstGeom prst="rect">
            <a:avLst/>
          </a:prstGeom>
        </p:spPr>
        <p:txBody>
          <a:bodyPr lIns="16073" tIns="16073" rIns="16073" bIns="16073" anchor="b">
            <a:normAutofit/>
          </a:bodyPr>
          <a:lstStyle>
            <a:lvl1pPr marL="0" indent="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24800" b="1" spc="-248"/>
            </a:lvl1pPr>
            <a:lvl2pPr marL="0" indent="4572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24800" b="1" spc="-248"/>
            </a:lvl2pPr>
            <a:lvl3pPr marL="0" indent="9144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24800" b="1" spc="-248"/>
            </a:lvl3pPr>
            <a:lvl4pPr marL="0" indent="13716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24800" b="1" spc="-248"/>
            </a:lvl4pPr>
            <a:lvl5pPr marL="0" indent="1828800" algn="ctr" defTabSz="2438339">
              <a:lnSpc>
                <a:spcPct val="80000"/>
              </a:lnSpc>
              <a:spcBef>
                <a:spcPts val="0"/>
              </a:spcBef>
              <a:buSzTx/>
              <a:buNone/>
              <a:defRPr sz="24800" b="1" spc="-248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716119" y="7302292"/>
            <a:ext cx="6951762" cy="295771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algn="ctr" defTabSz="330200">
              <a:spcBef>
                <a:spcPts val="0"/>
              </a:spcBef>
              <a:buSzTx/>
              <a:buNone/>
              <a:defRPr sz="2160" b="1"/>
            </a:lvl1pPr>
          </a:lstStyle>
          <a:p>
            <a:r>
              <a:t>Fact information</a:t>
            </a:r>
          </a:p>
        </p:txBody>
      </p:sp>
      <p:sp>
        <p:nvSpPr>
          <p:cNvPr id="108" name="01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9103249" y="8065866"/>
            <a:ext cx="6391424" cy="201545"/>
          </a:xfrm>
          <a:prstGeom prst="rect">
            <a:avLst/>
          </a:prstGeom>
        </p:spPr>
        <p:txBody>
          <a:bodyPr lIns="14466" tIns="14466" rIns="14466" bIns="14466">
            <a:normAutofit/>
          </a:bodyPr>
          <a:lstStyle>
            <a:lvl1pPr marL="0" indent="0" defTabSz="330200">
              <a:spcBef>
                <a:spcPts val="0"/>
              </a:spcBef>
              <a:buSzTx/>
              <a:buNone/>
              <a:defRPr sz="136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889327" y="6251088"/>
            <a:ext cx="6605346" cy="1213824"/>
          </a:xfrm>
          <a:prstGeom prst="rect">
            <a:avLst/>
          </a:prstGeom>
        </p:spPr>
        <p:txBody>
          <a:bodyPr lIns="16073" tIns="16073" rIns="16073" bIns="16073">
            <a:normAutofit/>
          </a:bodyPr>
          <a:lstStyle>
            <a:lvl1pPr marL="638923" indent="-469900" defTabSz="2438339">
              <a:lnSpc>
                <a:spcPct val="9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 defTabSz="2438339">
              <a:lnSpc>
                <a:spcPct val="9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499" defTabSz="2438339">
              <a:lnSpc>
                <a:spcPct val="9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 defTabSz="2438339">
              <a:lnSpc>
                <a:spcPct val="9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 defTabSz="2438339">
              <a:lnSpc>
                <a:spcPct val="9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01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886640052_1858x1486.jpg"/>
          <p:cNvSpPr>
            <a:spLocks noGrp="1"/>
          </p:cNvSpPr>
          <p:nvPr>
            <p:ph type="pic" sz="quarter" idx="21"/>
          </p:nvPr>
        </p:nvSpPr>
        <p:spPr>
          <a:xfrm>
            <a:off x="13321158" y="5009554"/>
            <a:ext cx="2353779" cy="188251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5" name="910457886_1434x1669.jpg"/>
          <p:cNvSpPr>
            <a:spLocks noGrp="1"/>
          </p:cNvSpPr>
          <p:nvPr>
            <p:ph type="pic" sz="quarter" idx="22"/>
          </p:nvPr>
        </p:nvSpPr>
        <p:spPr>
          <a:xfrm>
            <a:off x="12605891" y="5946837"/>
            <a:ext cx="3303092" cy="3844393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6" name="660384004_rotate_1964x1473.jpg"/>
          <p:cNvSpPr>
            <a:spLocks noGrp="1"/>
          </p:cNvSpPr>
          <p:nvPr>
            <p:ph type="pic" sz="quarter" idx="23"/>
          </p:nvPr>
        </p:nvSpPr>
        <p:spPr>
          <a:xfrm>
            <a:off x="8290173" y="4844801"/>
            <a:ext cx="5256015" cy="3942012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7" name="01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886640052_3195x2556.jpg"/>
          <p:cNvSpPr>
            <a:spLocks noGrp="1"/>
          </p:cNvSpPr>
          <p:nvPr>
            <p:ph type="pic" sz="quarter" idx="21"/>
          </p:nvPr>
        </p:nvSpPr>
        <p:spPr>
          <a:xfrm>
            <a:off x="7912447" y="2940099"/>
            <a:ext cx="8559106" cy="6847285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35" name="01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01"/>
          <p:cNvSpPr txBox="1">
            <a:spLocks noGrp="1"/>
          </p:cNvSpPr>
          <p:nvPr>
            <p:ph type="sldNum" sz="quarter" idx="2"/>
          </p:nvPr>
        </p:nvSpPr>
        <p:spPr>
          <a:xfrm>
            <a:off x="12054619" y="8690464"/>
            <a:ext cx="270807" cy="255059"/>
          </a:xfrm>
          <a:prstGeom prst="rect">
            <a:avLst/>
          </a:prstGeom>
        </p:spPr>
        <p:txBody>
          <a:bodyPr lIns="16073" tIns="16073" rIns="16073" bIns="16073" anchor="b"/>
          <a:lstStyle>
            <a:lvl1pPr algn="ctr" defTabSz="584200">
              <a:defRPr sz="1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5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154823" y="464343"/>
            <a:ext cx="16680658" cy="196453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b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154823" y="3107770"/>
            <a:ext cx="16680658" cy="923329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01"/>
          <p:cNvSpPr txBox="1">
            <a:spLocks noGrp="1"/>
          </p:cNvSpPr>
          <p:nvPr>
            <p:ph type="sldNum" sz="quarter" idx="2"/>
          </p:nvPr>
        </p:nvSpPr>
        <p:spPr>
          <a:xfrm>
            <a:off x="23228258" y="12862766"/>
            <a:ext cx="409779" cy="415875"/>
          </a:xfrm>
          <a:prstGeom prst="rect">
            <a:avLst/>
          </a:prstGeom>
          <a:ln w="3175">
            <a:miter lim="400000"/>
          </a:ln>
        </p:spPr>
        <p:txBody>
          <a:bodyPr wrap="none" lIns="71437" tIns="71437" rIns="71437" bIns="71437">
            <a:spAutoFit/>
          </a:bodyPr>
          <a:lstStyle>
            <a:lvl1pPr algn="r" defTabSz="821531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1pPr>
      <a:lvl2pPr marL="0" marR="0" indent="2286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2pPr>
      <a:lvl3pPr marL="0" marR="0" indent="4572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3pPr>
      <a:lvl4pPr marL="0" marR="0" indent="6858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4pPr>
      <a:lvl5pPr marL="0" marR="0" indent="9144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5pPr>
      <a:lvl6pPr marL="0" marR="0" indent="11430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6pPr>
      <a:lvl7pPr marL="0" marR="0" indent="13716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7pPr>
      <a:lvl8pPr marL="0" marR="0" indent="16002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8pPr>
      <a:lvl9pPr marL="0" marR="0" indent="18288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3692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8137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2582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7027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21472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5917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3036276" marR="0" indent="-369276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480777" marR="0" indent="-369277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925277" marR="0" indent="-369277" algn="l" defTabSz="821531" latinLnBrk="0">
        <a:lnSpc>
          <a:spcPct val="100000"/>
        </a:lnSpc>
        <a:spcBef>
          <a:spcPts val="67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emester 2…"/>
          <p:cNvSpPr txBox="1">
            <a:spLocks noGrp="1"/>
          </p:cNvSpPr>
          <p:nvPr>
            <p:ph type="body" sz="quarter" idx="1"/>
          </p:nvPr>
        </p:nvSpPr>
        <p:spPr>
          <a:xfrm>
            <a:off x="348601" y="9383438"/>
            <a:ext cx="4011269" cy="2309568"/>
          </a:xfrm>
          <a:prstGeom prst="rect">
            <a:avLst/>
          </a:prstGeom>
        </p:spPr>
        <p:txBody>
          <a:bodyPr/>
          <a:lstStyle/>
          <a:p>
            <a:pPr algn="ctr"/>
            <a:r>
              <a:rPr dirty="0"/>
              <a:t>Semester 2</a:t>
            </a:r>
          </a:p>
          <a:p>
            <a:pPr algn="ctr"/>
            <a:r>
              <a:rPr dirty="0"/>
              <a:t> 202</a:t>
            </a:r>
            <a:r>
              <a:rPr lang="en-IE" dirty="0"/>
              <a:t>6</a:t>
            </a:r>
            <a:endParaRPr dirty="0"/>
          </a:p>
        </p:txBody>
      </p:sp>
      <p:pic>
        <p:nvPicPr>
          <p:cNvPr id="162" name="Screenshot 2024-04-17 at 09.07.37.png" descr="Screenshot 2024-04-17 at 09.07.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403" y="1369586"/>
            <a:ext cx="3262210" cy="5164116"/>
          </a:xfrm>
          <a:prstGeom prst="rect">
            <a:avLst/>
          </a:prstGeom>
          <a:ln w="3175">
            <a:miter lim="400000"/>
          </a:ln>
        </p:spPr>
      </p:pic>
      <p:pic>
        <p:nvPicPr>
          <p:cNvPr id="163" name="Screenshot 2024-04-17 at 09.07.44.png" descr="Screenshot 2024-04-17 at 09.07.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403" y="6671733"/>
            <a:ext cx="3219919" cy="5097169"/>
          </a:xfrm>
          <a:prstGeom prst="rect">
            <a:avLst/>
          </a:prstGeom>
          <a:ln w="3175">
            <a:miter lim="400000"/>
          </a:ln>
        </p:spPr>
      </p:pic>
      <p:pic>
        <p:nvPicPr>
          <p:cNvPr id="6" name="Picture 5" descr="A white numbers on an orange background&#10;&#10;AI-generated content may be incorrect.">
            <a:extLst>
              <a:ext uri="{FF2B5EF4-FFF2-40B4-BE49-F238E27FC236}">
                <a16:creationId xmlns:a16="http://schemas.microsoft.com/office/drawing/2014/main" id="{246C1724-BD4D-768F-DE00-2AFF85B417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90" y="2550238"/>
            <a:ext cx="3983464" cy="39834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2188AB-9EF9-EBB6-4D93-9B58574012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9942" y="1289358"/>
            <a:ext cx="14824447" cy="1076474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01"/>
          <p:cNvSpPr txBox="1">
            <a:spLocks noGrp="1"/>
          </p:cNvSpPr>
          <p:nvPr>
            <p:ph type="sldNum" sz="quarter" idx="2"/>
          </p:nvPr>
        </p:nvSpPr>
        <p:spPr>
          <a:xfrm>
            <a:off x="23355359" y="12862766"/>
            <a:ext cx="282678" cy="41587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67" name="Semester 2 Assessment Schedule"/>
          <p:cNvSpPr txBox="1">
            <a:spLocks noGrp="1"/>
          </p:cNvSpPr>
          <p:nvPr>
            <p:ph type="title"/>
          </p:nvPr>
        </p:nvSpPr>
        <p:spPr>
          <a:xfrm>
            <a:off x="6744890" y="-778558"/>
            <a:ext cx="16680657" cy="1964533"/>
          </a:xfrm>
          <a:prstGeom prst="rect">
            <a:avLst/>
          </a:prstGeom>
        </p:spPr>
        <p:txBody>
          <a:bodyPr/>
          <a:lstStyle/>
          <a:p>
            <a:r>
              <a:t>Semester 2 Assessment Schedule	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44BC03-53B4-23A0-2162-A4097AF8F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20" y="3429000"/>
            <a:ext cx="23645185" cy="697229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Weekly Webinar Schedule"/>
          <p:cNvSpPr txBox="1">
            <a:spLocks noGrp="1"/>
          </p:cNvSpPr>
          <p:nvPr>
            <p:ph type="title"/>
          </p:nvPr>
        </p:nvSpPr>
        <p:spPr>
          <a:xfrm>
            <a:off x="2480774" y="-636870"/>
            <a:ext cx="16680657" cy="1964533"/>
          </a:xfrm>
          <a:prstGeom prst="rect">
            <a:avLst/>
          </a:prstGeom>
        </p:spPr>
        <p:txBody>
          <a:bodyPr/>
          <a:lstStyle/>
          <a:p>
            <a:r>
              <a:t>Weekly Webinar Schedule</a:t>
            </a:r>
          </a:p>
        </p:txBody>
      </p:sp>
      <p:sp>
        <p:nvSpPr>
          <p:cNvPr id="171" name="01"/>
          <p:cNvSpPr txBox="1">
            <a:spLocks noGrp="1"/>
          </p:cNvSpPr>
          <p:nvPr>
            <p:ph type="sldNum" sz="quarter" idx="2"/>
          </p:nvPr>
        </p:nvSpPr>
        <p:spPr>
          <a:xfrm>
            <a:off x="23355359" y="12862766"/>
            <a:ext cx="282678" cy="41587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72" name="Rectangle"/>
          <p:cNvSpPr/>
          <p:nvPr/>
        </p:nvSpPr>
        <p:spPr>
          <a:xfrm>
            <a:off x="21060334" y="6695419"/>
            <a:ext cx="1816070" cy="1964532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5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/>
          </a:p>
        </p:txBody>
      </p:sp>
      <p:pic>
        <p:nvPicPr>
          <p:cNvPr id="173" name="Screenshot 2024-04-15 at 17.19.13.png" descr="Screenshot 2024-04-15 at 17.19.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07" y="1921930"/>
            <a:ext cx="23412186" cy="9872140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16073" tIns="16073" rIns="16073" bIns="16073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16073" tIns="16073" rIns="16073" bIns="16073" numCol="1" spcCol="38100" rtlCol="0" anchor="ctr">
        <a:spAutoFit/>
      </a:bodyPr>
      <a:lstStyle>
        <a:defPPr marL="0" marR="0" indent="0" algn="ctr" defTabSz="243833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16073" tIns="16073" rIns="16073" bIns="16073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16073" tIns="16073" rIns="16073" bIns="16073" numCol="1" spcCol="38100" rtlCol="0" anchor="ctr">
        <a:spAutoFit/>
      </a:bodyPr>
      <a:lstStyle>
        <a:defPPr marL="0" marR="0" indent="0" algn="ctr" defTabSz="243833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Custom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Helvetica Neue</vt:lpstr>
      <vt:lpstr>Helvetica Neue Light</vt:lpstr>
      <vt:lpstr>Helvetica Neue Medium</vt:lpstr>
      <vt:lpstr>21_BasicWhite</vt:lpstr>
      <vt:lpstr>PowerPoint Presentation</vt:lpstr>
      <vt:lpstr>Semester 2 Assessment Schedule </vt:lpstr>
      <vt:lpstr>Weekly Webinar Schedule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Frank Walsh</cp:lastModifiedBy>
  <cp:revision>4</cp:revision>
  <dcterms:modified xsi:type="dcterms:W3CDTF">2026-03-04T11:47:48Z</dcterms:modified>
</cp:coreProperties>
</file>